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C518"/>
                </a:solidFill>
              </a:rPr>
              <a:t>사주 분석 웹 애플리케이션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DDFF"/>
                </a:solidFill>
              </a:rPr>
              <a:t>Saju Fortune Analysis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94F37"/>
                </a:solidFill>
              </a:rPr>
              <a:t>Claude AI × Express.js × Vercel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3977639"/>
            <a:ext cx="576072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99BB"/>
                </a:solidFill>
              </a:rPr>
              <a:t>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사주명리학 기반 개인 운세 분석 서비스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사용자 생년월일·성별·출생 시간 입력 → AI 분석 결과 실시간 스트리밍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Claude Sonnet 4.6 모델을 활용한 사주팔자·오행·운세 상세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Vercel 서버리스 환경에 배포된 Express.js 기반 웹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SSE(Server-Sent Events)로 분석 결과를 실시간 스트리밍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18288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Node.js  +  Express.js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394960" cy="1828800"/>
          </a:xfrm>
          <a:prstGeom prst="rect">
            <a:avLst/>
          </a:prstGeom>
          <a:solidFill>
            <a:srgbClr val="2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AI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Anthropic SDK  (@anthropic-ai/sdk)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5394960" cy="18288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118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Vercel  (서버리스)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474720"/>
            <a:ext cx="5394960" cy="182880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6118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</a:rPr>
              <a:t>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SSE  (Server-Sent Events)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사주팔자(四柱八字) — 년·월·일·시주, 천간·지지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오행 분석(五行) — 목·화·토·금·수 균형 및 강약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일간 분석 — 일간 특성, 성격, 강약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성격 및 운세 — 건강운·재물운·애정운·직업운 (2026년 기준)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●  개운법 — 행운의 방향·색상·숫자, 생활 속 조언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2560320" cy="13716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사용자 브라우저
(HTML / JS)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560320"/>
            <a:ext cx="2560320" cy="1371600"/>
          </a:xfrm>
          <a:prstGeom prst="rect">
            <a:avLst/>
          </a:prstGeom>
          <a:solidFill>
            <a:srgbClr val="2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8346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Express.js
API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560320"/>
            <a:ext cx="2560320" cy="1371600"/>
          </a:xfrm>
          <a:prstGeom prst="rect">
            <a:avLst/>
          </a:prstGeom>
          <a:solidFill>
            <a:srgbClr val="3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28346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Anthropic API
(Claude Sonnet 4.6)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560320"/>
            <a:ext cx="2560320" cy="13716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834639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Vercel
(서버리스 배포)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POST /api/analyze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SSE 스트리밍 ←→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63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배포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99BB"/>
                </a:solidFill>
              </a:rPr>
              <a:t>* 정적 파일은 public/ 폴더에서 서빙, 서버리스 함수로 Vercel 배포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API 엔드포인트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▶  POST  /api/analyze  —  사주 분석 요청 (SSE 스트리밍 응답)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▶  Request Body:  name, gender, calendarType, birthYear, birthMonth, birthDay, birthTime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▶  Response:  text/event-stream  →  실시간 텍스트 델타 전송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▶  오류 처리:  AuthenticationError / RateLimitError / 일반 오류 분기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▶  정적 파일:  GET  /  →  public/ 디렉터리 서빙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C518"/>
                </a:solidFill>
              </a:rPr>
              <a:t>배포 구성 (Vercel)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2743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⚙  vercel.json으로 라우팅 설정 — 모든 요청을 server.js로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⚙  환경 변수:  ANTHROPIC_API_KEY  (Vercel 대시보드 설정 필요)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⚙  로컬 실행:  VERCEL 환경변수 미설정 시 3000포트 HTTP 서버 기동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⚙  서버리스 함수:  export default app  으로 Vercel 호환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</a:rPr>
              <a:t>⚙  개발 모드:  npm run dev  (--watch 플래그로 핫 리로드)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C518"/>
                </a:solidFill>
              </a:rP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011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8899BB"/>
                </a:solidFill>
              </a:rPr>
              <a:t>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3108960"/>
          </a:xfrm>
          <a:prstGeom prst="rect">
            <a:avLst/>
          </a:prstGeom>
          <a:solidFill>
            <a:srgbClr val="2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5029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 기반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Claude Sonnet 4.6
사주팔자·오행·운세
실시간 스트리밍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310896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현대적 아키텍처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Express.js + SSE
Vercel 서버리스
환경 변수 관리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566160" cy="3108960"/>
          </a:xfrm>
          <a:prstGeom prst="rect">
            <a:avLst/>
          </a:prstGeom>
          <a:solidFill>
            <a:srgbClr val="3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solidFill>
            <a:srgbClr val="88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전통과 기술의 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8288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사주명리학 6개 분야
따뜻한 톤의 분석
실용적 개운법 제공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572000"/>
            <a:ext cx="12188952" cy="457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84632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C518"/>
                </a:solidFill>
              </a:rPr>
              <a:t>Q &amp;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6692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FF"/>
                </a:solidFill>
              </a:rPr>
              <a:t>질문이 있으시면 말씀해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